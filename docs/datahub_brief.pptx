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  <p:defaultTextStyle>
    <a:defPPr>
      <a:defRPr lang="zh-TW"/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ataHub Brief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EB6C36" accent2="2E5AA8" accent3="4F5D75" accent4="7A8399" accent5="D9DEE7" accent6="FFFFFF" bg1="lt1" bg2="lt2" tx1="dk1" tx2="dk2" hlink="accent2" folHlink="accent4"/>
  <p:sldLayoutIdLst>
    <p:sldLayoutId id="1" r:id="rId1"/>
  </p:sldLayoutIdLst>
  <p:txStyles>
    <p:titleStyle>
      <a:lvl1pPr algn="l">
        <a:defRPr sz="3000" b="1"/>
      </a:lvl1pPr>
    </p:titleStyle>
    <p:bodyStyle>
      <a:lvl1pPr>
        <a:defRPr sz="1800"/>
      </a:lvl1pPr>
    </p:bodyStyle>
    <p:otherStyle>
      <a:lvl1pPr>
        <a:defRPr sz="1600"/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.png"/>
  <Relationship Id="rId2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2.png"/>
  <Relationship Id="rId2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3.png"/>
  <Relationship Id="rId2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4.png"/>
  <Relationship Id="rId2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5.png"/>
  <Relationship Id="rId2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6.png"/>
  <Relationship Id="rId2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7.png"/>
  <Relationship Id="rId2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8.png"/>
  <Relationship Id="rId2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9.png"/>
  <Relationship Id="rId2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image" Target="../media/slide10.png"/>
  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01 artwork" descr="Rendered DataHub architecture slide 1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02 artwork" descr="Rendered DataHub architecture slide 2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03 artwork" descr="Rendered DataHub architecture slide 3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04 artwork" descr="Rendered DataHub architecture slide 4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05 artwork" descr="Rendered DataHub architecture slide 5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06 artwork" descr="Rendered DataHub architecture slide 6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07 artwork" descr="Rendered DataHub architecture slide 7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08 artwork" descr="Rendered DataHub architecture slide 8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09 artwork" descr="Rendered DataHub architecture slide 9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DataHub Brief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artwork" descr="Rendered DataHub architecture slide 10 at 2560 by 1440 pix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taHub Brief">
  <a:themeElements>
    <a:clrScheme name="DataHub">
      <a:dk1>
        <a:srgbClr val="2D3142"/>
      </a:dk1>
      <a:lt1>
        <a:srgbClr val="F5F5F5"/>
      </a:lt1>
      <a:dk2>
        <a:srgbClr val="4F5D75"/>
      </a:dk2>
      <a:lt2>
        <a:srgbClr val="ECECEC"/>
      </a:lt2>
      <a:accent1>
        <a:srgbClr val="EB6C36"/>
      </a:accent1>
      <a:accent2>
        <a:srgbClr val="2E5AA8"/>
      </a:accent2>
      <a:accent3>
        <a:srgbClr val="7A8399"/>
      </a:accent3>
      <a:accent4>
        <a:srgbClr val="D9DEE7"/>
      </a:accent4>
      <a:accent5>
        <a:srgbClr val="FFFFFF"/>
      </a:accent5>
      <a:accent6>
        <a:srgbClr val="AAB3C2"/>
      </a:accent6>
      <a:hlink>
        <a:srgbClr val="2E5AA8"/>
      </a:hlink>
      <a:folHlink>
        <a:srgbClr val="7A8399"/>
      </a:folHlink>
    </a:clrScheme>
    <a:fontScheme name="DataHub">
      <a:majorFont>
        <a:latin typeface="Instrument Serif"/>
        <a:ea typeface="Noto Serif CJK TC"/>
        <a:cs typeface=""/>
      </a:majorFont>
      <a:minorFont>
        <a:latin typeface="Geist"/>
        <a:ea typeface="Noto Sans CJK TC"/>
        <a:cs typeface=""/>
      </a:minorFont>
    </a:fontScheme>
    <a:fmtScheme name="DataHu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10</Slides>
  <Notes>0</Notes>
  <HiddenSlides>0</HiddenSlides>
  <MMClips>0</MMClips>
  <Company/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DataHub 技術架構簡報：原生平台到 Agent 擴充</dc:title>
  <dc:subject>DataHub 原生功能、客製 Agent、整合資料流與資料模型</dc:subject>
  <dc:creator>OpenAI</dc:creator>
  <cp:keywords>DataHub, Metadata, Agent, Architecture</cp:keywords>
  <dc:language>zh-TW</dc:language>
</cp:coreProperties>
</file>